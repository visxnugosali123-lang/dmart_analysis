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DMart Sales &amp; 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Business Requirements, KPI Framework and Decision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5W Analysis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Who, What, When, Where, Why analysis with measurable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BRD / FRD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KPIs, dashboards, charts, graphs and reporting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PRD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Demand-supply patterns, SWOT, RCA, 5 Why, Fishbone, Product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Business Decision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ROI, BCG Matrix and Porter's Five Forces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Dashboard</a:t>
            </a:r>
          </a:p>
        </p:txBody>
      </p:sp>
      <p:pic>
        <p:nvPicPr>
          <p:cNvPr id="4" name="Picture 3" descr="a_high_detail_infographic_dashboard_post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